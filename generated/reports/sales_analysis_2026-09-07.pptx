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D4BF"/>
                </a:solidFill>
              </a:defRPr>
            </a:pPr>
            <a:r>
              <a:t>Zenz Mart</a:t>
            </a:r>
          </a:p>
          <a:p>
            <a:pPr>
              <a:defRPr sz="2000">
                <a:solidFill>
                  <a:srgbClr val="F1F5F9"/>
                </a:solidFill>
              </a:defRPr>
            </a:pPr>
            <a:r>
              <a:t>Weekly Store Performance &amp; Sales Analysis Deck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Period: Past 7 Days  |  Generated on: 2026-09-07 by Supermarket Ops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Executive Summary — Store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2560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Total Sales Revenue</a:t>
            </a:r>
          </a:p>
          <a:p>
            <a:pPr>
              <a:defRPr sz="2200" b="1">
                <a:solidFill>
                  <a:srgbClr val="0F766E"/>
                </a:solidFill>
              </a:defRPr>
            </a:pPr>
            <a:r>
              <a:t>₹417.00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80" y="1371600"/>
            <a:ext cx="1828800" cy="2560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88920" y="164592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Total Invoices Cut</a:t>
            </a:r>
          </a:p>
          <a:p>
            <a:pPr>
              <a:defRPr sz="2200" b="1">
                <a:solidFill>
                  <a:srgbClr val="3B82F6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1828800" cy="2560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Average Ticket Size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₹417.00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399" y="1371600"/>
            <a:ext cx="1828800" cy="2560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39" y="164592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Low Stock Alerts</a:t>
            </a:r>
          </a:p>
          <a:p>
            <a:pPr>
              <a:defRPr sz="2200" b="1">
                <a:solidFill>
                  <a:srgbClr val="EF4444"/>
                </a:solidFill>
              </a:defRPr>
            </a:pPr>
            <a:r>
              <a:t>0 SKUs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Daily Revenue Trends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Top Selling Products &amp; Velocity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Payment Shares &amp; Inventory Health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11480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118872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⚠️ Low Stock Items to Reorder: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✅ All SKUs are above reorder threshold.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